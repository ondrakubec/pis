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050274-3CC2-EB27-15AF-302D1EAD1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C892CDC-C4BD-8BE7-7ED7-AD35ACF4C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E3B9BD0-ACB5-A4BA-C7FA-C865AC516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CABF-346C-9849-8CD9-3A344E1D7233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3FC7895-9FF3-463A-B1AF-7BA5A0D2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1FE7B67-3968-6E6B-8C6F-5D56D178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24F7D-FD45-AA43-80E6-2E6507891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7758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AFB2F6-D1DA-DFF0-E610-9E17EE2F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F1ED37-16BD-4679-D83F-B86855A70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33A28B4-4AD3-8F19-2DE9-E777DB911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CABF-346C-9849-8CD9-3A344E1D7233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CF97D4F-4F93-2624-9C00-3BBD564D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DF9F665-0CDF-AB68-51D7-785F2E07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24F7D-FD45-AA43-80E6-2E6507891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763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1574F2-C00F-B9E0-0048-94B744BA4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265578E-C4D6-2455-236D-E7A7EB079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FA0BA8E-20DD-8D34-72AE-FE4BB0F6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CABF-346C-9849-8CD9-3A344E1D7233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782B35E-5A10-EE6B-4197-8DDDB0062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4ECD89F-B55D-5E19-AFCA-072E78A1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24F7D-FD45-AA43-80E6-2E6507891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6960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DC7ADB-02A9-E6BF-153A-4451972B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F72EDF-3731-C96A-FBA4-78BFE4486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4E6407C-3509-483D-A3D6-FC6B131B8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A6C7156-653B-A616-C0AF-A866339B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CABF-346C-9849-8CD9-3A344E1D7233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035A291-ABFD-E870-2349-4474D36D7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2C81DFD-382D-6185-F54D-F5E1E78E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24F7D-FD45-AA43-80E6-2E6507891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22484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0F298A-A350-F05D-96E0-EB69DDCD4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B43B384-902A-C719-8532-903577518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06DB158-3B77-8D37-58CA-C85C03383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B637722-E976-F1DD-2650-4FAFCE75F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EFD528D-C9B0-1263-99EF-2F05D2E17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DB7BC6D-D3B6-DD42-2ED4-AE932858A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CABF-346C-9849-8CD9-3A344E1D7233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AEE5F084-2368-92D3-9D29-C91FC388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3848E63-B112-CD63-2AB3-2BABCA87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24F7D-FD45-AA43-80E6-2E6507891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009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64CF57-6616-FAFA-B6FF-993DC4FEC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67E0C7E-D7D5-15FC-0929-AF7590CE2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CABF-346C-9849-8CD9-3A344E1D7233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D77031D-A204-40EA-23A7-2A5006D48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5D907B8-E167-90E7-CECF-3631E37D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24F7D-FD45-AA43-80E6-2E6507891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9769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65D2B78-AA07-6548-1415-FB8B6123A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CABF-346C-9849-8CD9-3A344E1D7233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0D0386F-570E-64C2-F860-10EA9A229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B8C9BBF-FBEA-B65D-43D3-AEF75684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24F7D-FD45-AA43-80E6-2E6507891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0296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0AB4F9-F490-8011-69AD-420897F89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471B70-478D-2C57-E5E9-07B12D1B6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3D5D830-7C7D-15CB-F330-93A387B64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644605D-0B8D-BC71-0A2B-EFCB0C67C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CABF-346C-9849-8CD9-3A344E1D7233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3AE628B-6801-331C-39E2-DFC76444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8824DE5-E400-9AAA-9061-B66C2851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24F7D-FD45-AA43-80E6-2E6507891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1424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D2228C-D379-99E6-4E04-D0FE3E8F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69F634EC-631C-BE41-96C3-598E054A9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4D148E5-FD76-DD3D-6AB0-D619C5815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7E56FE7-3A21-E530-CBAC-4F22BC6A1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CABF-346C-9849-8CD9-3A344E1D7233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FFA6651-159A-8896-4FED-A35D1717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5E6D2CA-4715-B39C-1035-E8108D3A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24F7D-FD45-AA43-80E6-2E6507891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7653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68E2C9-51CF-263C-A69D-C3B348F7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1F0CD37-C807-4419-886F-AB5D526A4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CFB9422-E0AE-C59B-25E0-5CD3A673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CABF-346C-9849-8CD9-3A344E1D7233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3273DB6-9534-841D-E39D-C6D1AF01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90AAB5-E526-027B-1FEF-48F265FA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24F7D-FD45-AA43-80E6-2E6507891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43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F4699C7-A6F5-65DD-1F59-0CE81B6169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8B6107E-03A3-47A4-859D-0668C227C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1262A90-97FA-77AC-F7D9-B490A72B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CABF-346C-9849-8CD9-3A344E1D7233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66A8AE-EA50-EF13-ECB2-0280768A3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A7A8746-714D-6667-2AEF-555D7F06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24F7D-FD45-AA43-80E6-2E6507891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8634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985A35C-BA73-D81E-A19A-C76146B6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A74B41D-3D2F-8FEE-B476-CDCA03FE6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9E7EA36-45EE-8C4A-414B-6A16057782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6CABF-346C-9849-8CD9-3A344E1D7233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EAD8D1-54FB-2DCC-581D-8F0049786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E8E7F12-1704-C4FA-2702-486914F97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24F7D-FD45-AA43-80E6-2E65078919B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9009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D35EE7-3117-7BD2-EE9C-ECFDEB551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Oponentura – </a:t>
            </a:r>
            <a:r>
              <a:rPr lang="cs-CZ" dirty="0" err="1"/>
              <a:t>class</a:t>
            </a:r>
            <a:r>
              <a:rPr lang="cs-CZ" dirty="0"/>
              <a:t> diagram</a:t>
            </a:r>
            <a:br>
              <a:rPr lang="cs-CZ" dirty="0"/>
            </a:br>
            <a:r>
              <a:rPr lang="cs-CZ" dirty="0"/>
              <a:t>GRAPP – Daniel Čech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64650FE-4AFE-1CEF-6C29-36C17236A4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Ondřej Kubec</a:t>
            </a:r>
          </a:p>
        </p:txBody>
      </p:sp>
    </p:spTree>
    <p:extLst>
      <p:ext uri="{BB962C8B-B14F-4D97-AF65-F5344CB8AC3E}">
        <p14:creationId xmlns:p14="http://schemas.microsoft.com/office/powerpoint/2010/main" val="377938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393702-286D-0B8D-32E8-8A751372A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CF0FFD62-3788-7BF3-471F-F2631C3E5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9564" y="68379"/>
            <a:ext cx="5849020" cy="678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72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5E666C-A6FF-F6CC-9BD7-7F0D898B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Připomínky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5AB4BDA-CECF-14B2-06FD-A90AA3E9B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Návrh popisuje pohled uživatele na aplikaci namísto vnitřní logiky systému</a:t>
            </a:r>
          </a:p>
          <a:p>
            <a:r>
              <a:rPr lang="cs-CZ" dirty="0"/>
              <a:t>Zvláštní reference mezi souřadnicemi vlaku a středu obrazovky</a:t>
            </a:r>
          </a:p>
          <a:p>
            <a:r>
              <a:rPr lang="cs-CZ" dirty="0"/>
              <a:t>Poukazoval jsem na chybnou vazbu 1-1 mezi vlakem a dopravcem (již opraveno před </a:t>
            </a:r>
            <a:r>
              <a:rPr lang="cs-CZ" dirty="0" err="1"/>
              <a:t>prezetnací</a:t>
            </a:r>
            <a:r>
              <a:rPr lang="cs-CZ" dirty="0"/>
              <a:t>)</a:t>
            </a:r>
          </a:p>
          <a:p>
            <a:r>
              <a:rPr lang="cs-CZ" dirty="0"/>
              <a:t>Třídy obsahují </a:t>
            </a:r>
            <a:r>
              <a:rPr lang="cs-CZ" dirty="0" err="1"/>
              <a:t>private</a:t>
            </a:r>
            <a:r>
              <a:rPr lang="cs-CZ" dirty="0"/>
              <a:t> atributy, ke kterým by měli být doplněny public metody pro přístup k nim</a:t>
            </a:r>
          </a:p>
          <a:p>
            <a:r>
              <a:rPr lang="cs-CZ" dirty="0"/>
              <a:t>Nekonzistentní pojmenování metod</a:t>
            </a:r>
          </a:p>
          <a:p>
            <a:r>
              <a:rPr lang="cs-CZ" dirty="0"/>
              <a:t>Zapomenuté třídy Bob a Alice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7895556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71</Words>
  <Application>Microsoft Macintosh PowerPoint</Application>
  <PresentationFormat>Širokoúhlá obrazovka</PresentationFormat>
  <Paragraphs>9</Paragraphs>
  <Slides>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Motiv Office</vt:lpstr>
      <vt:lpstr>Oponentura – class diagram GRAPP – Daniel Čech</vt:lpstr>
      <vt:lpstr>Prezentace aplikace PowerPoint</vt:lpstr>
      <vt:lpstr>Připomínky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Ondra Kubec</dc:creator>
  <cp:lastModifiedBy>Ondra Kubec</cp:lastModifiedBy>
  <cp:revision>1</cp:revision>
  <dcterms:created xsi:type="dcterms:W3CDTF">2026-03-18T20:15:46Z</dcterms:created>
  <dcterms:modified xsi:type="dcterms:W3CDTF">2026-03-18T20:26:15Z</dcterms:modified>
</cp:coreProperties>
</file>