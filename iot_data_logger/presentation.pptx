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12"/>
  </p:notesMasterIdLst>
  <p:sldIdLst>
    <p:sldId id="256" r:id="rId2"/>
    <p:sldId id="291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290" r:id="rId11"/>
  </p:sldIdLst>
  <p:sldSz cx="9144000" cy="6858000" type="screen4x3"/>
  <p:notesSz cx="6858000" cy="9144000"/>
  <p:embeddedFontLst>
    <p:embeddedFont>
      <p:font typeface="Technika Book" pitchFamily="2" charset="0"/>
      <p:regular r:id="rId13"/>
      <p:italic r:id="rId14"/>
    </p:embeddedFont>
    <p:embeddedFont>
      <p:font typeface="Technika-Bold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9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78" autoAdjust="0"/>
    <p:restoredTop sz="95059"/>
  </p:normalViewPr>
  <p:slideViewPr>
    <p:cSldViewPr snapToGrid="0">
      <p:cViewPr varScale="1">
        <p:scale>
          <a:sx n="127" d="100"/>
          <a:sy n="127" d="100"/>
        </p:scale>
        <p:origin x="848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A9D-668E-E64A-B50C-B7265DCD3CF1}" type="datetimeFigureOut">
              <a:rPr lang="cs-CZ" smtClean="0"/>
              <a:t>14.04.2026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B2D106-A42F-D04A-943B-FCDC369FAD9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743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D106-A42F-D04A-943B-FCDC369FAD91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7463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D106-A42F-D04A-943B-FCDC369FAD91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5876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"/>
          <a:stretch/>
        </p:blipFill>
        <p:spPr>
          <a:xfrm>
            <a:off x="-5899" y="-5899"/>
            <a:ext cx="10076688" cy="7556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80000" y="1800001"/>
            <a:ext cx="7736694" cy="1446663"/>
          </a:xfrm>
        </p:spPr>
        <p:txBody>
          <a:bodyPr anchor="t"/>
          <a:lstStyle>
            <a:lvl1pPr algn="l">
              <a:defRPr lang="cs-CZ" sz="4800" b="1" i="0" u="none" strike="noStrike" kern="4800" baseline="0" smtClean="0">
                <a:solidFill>
                  <a:schemeClr val="bg1"/>
                </a:solidFill>
                <a:latin typeface="Technika-Bold" panose="00000600000000000000" pitchFamily="50" charset="-18"/>
              </a:defRPr>
            </a:lvl1pPr>
          </a:lstStyle>
          <a:p>
            <a:r>
              <a:rPr lang="cs-CZ" sz="4800" b="1" i="0" u="none" strike="noStrike" baseline="0" dirty="0">
                <a:latin typeface="Technika-Bold" panose="00000600000000000000" pitchFamily="50" charset="-18"/>
              </a:rPr>
              <a:t>TITUL PREZENTACE</a:t>
            </a:r>
            <a:br>
              <a:rPr lang="cs-CZ" sz="4800" b="1" i="0" u="none" strike="noStrike" baseline="0" dirty="0">
                <a:latin typeface="Technika-Bold" panose="00000600000000000000" pitchFamily="50" charset="-18"/>
              </a:rPr>
            </a:br>
            <a:r>
              <a:rPr lang="cs-CZ" sz="4800" b="1" i="0" u="none" strike="noStrike" baseline="0" dirty="0">
                <a:latin typeface="Technika-Bold" panose="00000600000000000000" pitchFamily="50" charset="-18"/>
              </a:rPr>
              <a:t>PODTITUL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80000" y="3441732"/>
            <a:ext cx="7736693" cy="1771721"/>
          </a:xfrm>
        </p:spPr>
        <p:txBody>
          <a:bodyPr/>
          <a:lstStyle>
            <a:lvl1pPr marL="0" indent="0" algn="l">
              <a:buNone/>
              <a:defRPr lang="cs-CZ" sz="2400" b="1" i="0" u="none" strike="noStrike" kern="2800" baseline="0" smtClean="0">
                <a:solidFill>
                  <a:schemeClr val="bg1"/>
                </a:solidFill>
                <a:latin typeface="Technika-Bold" panose="00000600000000000000" pitchFamily="50" charset="-18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cs-CZ" dirty="0"/>
              <a:t>NÁZEV FAKULTY A PRACOVIŠTĚ</a:t>
            </a:r>
            <a:br>
              <a:rPr lang="en-US" dirty="0"/>
            </a:br>
            <a:r>
              <a:rPr lang="cs-CZ" dirty="0"/>
              <a:t>AUTOR/TITUL JMÉNO PŘÍJMENÍ</a:t>
            </a:r>
            <a:br>
              <a:rPr lang="en-US" dirty="0"/>
            </a:br>
            <a:r>
              <a:rPr lang="cs-CZ" dirty="0"/>
              <a:t>DATUM</a:t>
            </a:r>
          </a:p>
        </p:txBody>
      </p:sp>
      <p:pic>
        <p:nvPicPr>
          <p:cNvPr id="5" name="Obrázek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03" y="274320"/>
            <a:ext cx="1773814" cy="86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9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0076688" cy="7555992"/>
          </a:xfrm>
          <a:prstGeom prst="rect">
            <a:avLst/>
          </a:prstGeom>
        </p:spPr>
      </p:pic>
      <p:pic>
        <p:nvPicPr>
          <p:cNvPr id="7" name="Picture 2" descr="https://www.email.cz/download/i/J_cdaADwWifiayZrAXd9jpkdWor_gYe_4QlhA3zsTzSB0jpv76wY4UUYT-LRJNvubDBn-to/logo_cvut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01" y="274320"/>
            <a:ext cx="1770611" cy="86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080000" y="1800001"/>
            <a:ext cx="7736694" cy="1446663"/>
          </a:xfrm>
        </p:spPr>
        <p:txBody>
          <a:bodyPr anchor="t"/>
          <a:lstStyle>
            <a:lvl1pPr algn="l">
              <a:defRPr lang="cs-CZ" sz="4800" b="1" i="0" u="none" strike="noStrike" kern="4800" baseline="0" smtClean="0">
                <a:solidFill>
                  <a:schemeClr val="tx1"/>
                </a:solidFill>
                <a:latin typeface="Technika-Bold" panose="00000600000000000000" pitchFamily="50" charset="-18"/>
              </a:defRPr>
            </a:lvl1pPr>
          </a:lstStyle>
          <a:p>
            <a:r>
              <a:rPr lang="cs-CZ" sz="4800" b="1" i="0" u="none" strike="noStrike" baseline="0" dirty="0">
                <a:latin typeface="Technika-Bold" panose="00000600000000000000" pitchFamily="50" charset="-18"/>
              </a:rPr>
              <a:t>TITUL PREZENTACE</a:t>
            </a:r>
            <a:br>
              <a:rPr lang="cs-CZ" sz="4800" b="1" i="0" u="none" strike="noStrike" baseline="0" dirty="0">
                <a:latin typeface="Technika-Bold" panose="00000600000000000000" pitchFamily="50" charset="-18"/>
              </a:rPr>
            </a:br>
            <a:r>
              <a:rPr lang="cs-CZ" sz="4800" b="1" i="0" u="none" strike="noStrike" baseline="0" dirty="0">
                <a:latin typeface="Technika-Bold" panose="00000600000000000000" pitchFamily="50" charset="-18"/>
              </a:rPr>
              <a:t>PODTITUL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80000" y="3441732"/>
            <a:ext cx="7736693" cy="1771721"/>
          </a:xfrm>
        </p:spPr>
        <p:txBody>
          <a:bodyPr/>
          <a:lstStyle>
            <a:lvl1pPr marL="0" indent="0" algn="l">
              <a:buNone/>
              <a:defRPr lang="cs-CZ" sz="2400" b="1" i="0" u="none" strike="noStrike" kern="2800" baseline="0" smtClean="0">
                <a:solidFill>
                  <a:schemeClr val="tx1"/>
                </a:solidFill>
                <a:latin typeface="Technika-Bold" panose="00000600000000000000" pitchFamily="50" charset="-18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cs-CZ" dirty="0"/>
              <a:t>NÁZEV FAKULTY A PRACOVIŠTĚ</a:t>
            </a:r>
            <a:br>
              <a:rPr lang="en-US" dirty="0"/>
            </a:br>
            <a:r>
              <a:rPr lang="cs-CZ" dirty="0"/>
              <a:t>AUTOR/TITUL JMÉNO PŘÍJMENÍ</a:t>
            </a:r>
            <a:br>
              <a:rPr lang="en-US" dirty="0"/>
            </a:br>
            <a:r>
              <a:rPr lang="cs-CZ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057167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9582" y="270234"/>
            <a:ext cx="6714417" cy="1087934"/>
          </a:xfrm>
        </p:spPr>
        <p:txBody>
          <a:bodyPr anchor="t"/>
          <a:lstStyle>
            <a:lvl1pPr>
              <a:defRPr sz="2800" kern="2800" baseline="0">
                <a:latin typeface="Technika-Bold" panose="00000600000000000000" pitchFamily="50" charset="-18"/>
              </a:defRPr>
            </a:lvl1pPr>
          </a:lstStyle>
          <a:p>
            <a:r>
              <a:rPr lang="cs-CZ" dirty="0"/>
              <a:t>PODTITUL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70001" y="1551530"/>
            <a:ext cx="8603998" cy="4843371"/>
          </a:xfrm>
        </p:spPr>
        <p:txBody>
          <a:bodyPr>
            <a:normAutofit/>
          </a:bodyPr>
          <a:lstStyle>
            <a:lvl1pPr marL="0" indent="0">
              <a:buNone/>
              <a:defRPr sz="2000" b="0" i="0" kern="3000" baseline="0">
                <a:latin typeface="Technika Book" pitchFamily="2" charset="0"/>
              </a:defRPr>
            </a:lvl1pPr>
          </a:lstStyle>
          <a:p>
            <a:pPr lvl="0"/>
            <a:r>
              <a:rPr lang="cs-CZ" dirty="0"/>
              <a:t>VLOŽIT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48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177198" y="1800001"/>
            <a:ext cx="7696800" cy="4788000"/>
          </a:xfrm>
        </p:spPr>
        <p:txBody>
          <a:bodyPr>
            <a:normAutofit/>
          </a:bodyPr>
          <a:lstStyle>
            <a:lvl1pPr marL="0" indent="0">
              <a:buNone/>
              <a:defRPr sz="2000" kern="3000" baseline="0">
                <a:latin typeface="Technika-Bold" panose="00000600000000000000" pitchFamily="50" charset="-18"/>
              </a:defRPr>
            </a:lvl1pPr>
          </a:lstStyle>
          <a:p>
            <a:pPr lvl="0"/>
            <a:r>
              <a:rPr lang="cs-CZ" dirty="0"/>
              <a:t>VLOŽIT OBRÁZEK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199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 userDrawn="1"/>
        </p:nvSpPr>
        <p:spPr>
          <a:xfrm>
            <a:off x="2067641" y="368300"/>
            <a:ext cx="6888707" cy="122848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 sz="180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70000" y="270000"/>
            <a:ext cx="8604000" cy="6318000"/>
          </a:xfrm>
        </p:spPr>
        <p:txBody>
          <a:bodyPr>
            <a:normAutofit/>
          </a:bodyPr>
          <a:lstStyle>
            <a:lvl1pPr marL="0" indent="0" algn="ctr">
              <a:buNone/>
              <a:defRPr sz="2000" kern="3000" baseline="0">
                <a:latin typeface="Technika-Bold" panose="00000600000000000000" pitchFamily="50" charset="-18"/>
              </a:defRPr>
            </a:lvl1pPr>
          </a:lstStyle>
          <a:p>
            <a:pPr lvl="0"/>
            <a:r>
              <a:rPr lang="cs-CZ" dirty="0"/>
              <a:t>VLOŽIT OBRÁZEK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73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6777" y="270000"/>
            <a:ext cx="66672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0000" y="1805203"/>
            <a:ext cx="7794000" cy="4598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pic>
        <p:nvPicPr>
          <p:cNvPr id="1026" name="Picture 2" descr="https://www.email.cz/download/i/J_cdaADwWifiayZrAXd9jpkdWor_gYe_4QlhA3zsTzSB0jpv76wY4UUYT-LRJNvubDBn-to/logo_cvut.jp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01" y="274320"/>
            <a:ext cx="1770611" cy="86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EFA5C395-757E-DDC9-1530-87E1772F48A6}"/>
              </a:ext>
            </a:extLst>
          </p:cNvPr>
          <p:cNvSpPr txBox="1"/>
          <p:nvPr userDrawn="1"/>
        </p:nvSpPr>
        <p:spPr>
          <a:xfrm>
            <a:off x="8434455" y="6403334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9EAD911A-7A38-934A-8446-714348528237}" type="slidenum">
              <a:rPr lang="cs-CZ" sz="1400" b="0" i="0" smtClean="0">
                <a:latin typeface="Technika Book" pitchFamily="2" charset="0"/>
              </a:rPr>
              <a:pPr/>
              <a:t>‹#›</a:t>
            </a:fld>
            <a:endParaRPr lang="cs-CZ" b="0" i="0" dirty="0">
              <a:latin typeface="Technika 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43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6" r:id="rId2"/>
    <p:sldLayoutId id="2147483674" r:id="rId3"/>
    <p:sldLayoutId id="2147483685" r:id="rId4"/>
    <p:sldLayoutId id="2147483684" r:id="rId5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echnika-Bold" panose="00000600000000000000" pitchFamily="50" charset="-18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echnika Book" pitchFamily="2" charset="0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echnika Book" pitchFamily="2" charset="0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echnika Book" pitchFamily="2" charset="0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echnika Book" pitchFamily="2" charset="0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echnika Book" pitchFamily="2" charset="0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131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adpis 9"/>
          <p:cNvSpPr>
            <a:spLocks noGrp="1"/>
          </p:cNvSpPr>
          <p:nvPr>
            <p:ph type="ctrTitle"/>
          </p:nvPr>
        </p:nvSpPr>
        <p:spPr>
          <a:xfrm>
            <a:off x="1080000" y="1800000"/>
            <a:ext cx="7936678" cy="2457039"/>
          </a:xfrm>
        </p:spPr>
        <p:txBody>
          <a:bodyPr>
            <a:normAutofit/>
          </a:bodyPr>
          <a:lstStyle/>
          <a:p>
            <a:r>
              <a:rPr lang="cs-CZ" dirty="0"/>
              <a:t>Projektování informačních systémů</a:t>
            </a:r>
            <a:br>
              <a:rPr lang="cs-CZ" dirty="0"/>
            </a:br>
            <a:r>
              <a:rPr lang="cs-CZ" dirty="0"/>
              <a:t>IOT Data </a:t>
            </a:r>
            <a:r>
              <a:rPr lang="cs-CZ" dirty="0" err="1"/>
              <a:t>Logger</a:t>
            </a:r>
            <a:endParaRPr lang="en-US" dirty="0"/>
          </a:p>
        </p:txBody>
      </p:sp>
      <p:sp>
        <p:nvSpPr>
          <p:cNvPr id="11" name="Podnadpis 10"/>
          <p:cNvSpPr>
            <a:spLocks noGrp="1"/>
          </p:cNvSpPr>
          <p:nvPr>
            <p:ph type="subTitle" idx="1"/>
          </p:nvPr>
        </p:nvSpPr>
        <p:spPr>
          <a:xfrm>
            <a:off x="1080000" y="4257040"/>
            <a:ext cx="7736693" cy="1869440"/>
          </a:xfrm>
        </p:spPr>
        <p:txBody>
          <a:bodyPr/>
          <a:lstStyle/>
          <a:p>
            <a:r>
              <a:rPr lang="en-US" dirty="0" err="1"/>
              <a:t>Fakulta</a:t>
            </a:r>
            <a:r>
              <a:rPr lang="en-US" dirty="0"/>
              <a:t> </a:t>
            </a:r>
            <a:r>
              <a:rPr lang="en-US" dirty="0" err="1"/>
              <a:t>strojní</a:t>
            </a:r>
            <a:endParaRPr lang="en-US" dirty="0"/>
          </a:p>
          <a:p>
            <a:r>
              <a:rPr lang="en-US" dirty="0" err="1"/>
              <a:t>Bc</a:t>
            </a:r>
            <a:r>
              <a:rPr lang="en-US" dirty="0"/>
              <a:t>. Klára </a:t>
            </a:r>
            <a:r>
              <a:rPr lang="en-US" dirty="0" err="1"/>
              <a:t>Čepová</a:t>
            </a:r>
            <a:endParaRPr lang="en-US" dirty="0"/>
          </a:p>
          <a:p>
            <a:r>
              <a:rPr lang="en-US" dirty="0" err="1"/>
              <a:t>Bc</a:t>
            </a:r>
            <a:r>
              <a:rPr lang="en-US" dirty="0"/>
              <a:t>. Ondřej Kubec</a:t>
            </a:r>
          </a:p>
          <a:p>
            <a:r>
              <a:rPr lang="en-US" dirty="0"/>
              <a:t>19. 5. 2026</a:t>
            </a:r>
          </a:p>
        </p:txBody>
      </p:sp>
    </p:spTree>
    <p:extLst>
      <p:ext uri="{BB962C8B-B14F-4D97-AF65-F5344CB8AC3E}">
        <p14:creationId xmlns:p14="http://schemas.microsoft.com/office/powerpoint/2010/main" val="184452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C58CAD7-F1E6-716B-F84B-7523BDE0C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582" y="270234"/>
            <a:ext cx="6714417" cy="1087934"/>
          </a:xfrm>
        </p:spPr>
        <p:txBody>
          <a:bodyPr/>
          <a:lstStyle/>
          <a:p>
            <a:r>
              <a:rPr lang="en-US" dirty="0"/>
              <a:t>Use Case Diagram</a:t>
            </a: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FA79005E-C2FB-AA0E-C97B-0DC26F5AC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173" y="1551530"/>
            <a:ext cx="4853654" cy="48433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4771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B3580D9-3142-7F17-BFCB-FFE57CE8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582" y="270234"/>
            <a:ext cx="6714417" cy="1087934"/>
          </a:xfrm>
        </p:spPr>
        <p:txBody>
          <a:bodyPr/>
          <a:lstStyle/>
          <a:p>
            <a:r>
              <a:rPr lang="en-US" dirty="0"/>
              <a:t>Class Diagram</a:t>
            </a:r>
          </a:p>
        </p:txBody>
      </p:sp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2CDA4BB3-A7B6-CDFA-EB21-6EB17C5E5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903" y="1551530"/>
            <a:ext cx="6304194" cy="48433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2502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7D490C2A-B585-E9BB-3744-1A13EAFF11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00" y="2342745"/>
            <a:ext cx="8604000" cy="21725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6653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F1F322D7-2004-263A-267B-98760D6D5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90" y="270000"/>
            <a:ext cx="8444019" cy="631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0202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74F7763B-437F-FBE5-A433-BD0CC8378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007" y="270000"/>
            <a:ext cx="5707986" cy="631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26344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7057C709-0F1A-ECC7-949A-D3DC683A5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517" y="270000"/>
            <a:ext cx="4792965" cy="631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3257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5ED559E8-D172-659F-C9B8-53AD405D9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488" y="270000"/>
            <a:ext cx="4069023" cy="631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07431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Zástupný obsah 3">
            <a:extLst>
              <a:ext uri="{FF2B5EF4-FFF2-40B4-BE49-F238E27FC236}">
                <a16:creationId xmlns:a16="http://schemas.microsoft.com/office/drawing/2014/main" id="{71DE55BC-E986-7EE0-71FE-6FCA05F8F9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700" y="270000"/>
            <a:ext cx="4654600" cy="631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2500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8D3E8C-2749-28BD-C38D-052A533C5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B80303-F8AB-4293-3900-035A6D032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cs-CZ" dirty="0">
              <a:latin typeface="+mj-lt"/>
            </a:endParaRPr>
          </a:p>
          <a:p>
            <a:pPr algn="ctr"/>
            <a:endParaRPr lang="cs-CZ" dirty="0">
              <a:latin typeface="+mj-lt"/>
            </a:endParaRPr>
          </a:p>
          <a:p>
            <a:pPr algn="ctr"/>
            <a:endParaRPr lang="cs-CZ" dirty="0">
              <a:latin typeface="+mj-lt"/>
            </a:endParaRPr>
          </a:p>
          <a:p>
            <a:pPr algn="ctr"/>
            <a:endParaRPr lang="cs-CZ" dirty="0">
              <a:latin typeface="+mj-lt"/>
            </a:endParaRPr>
          </a:p>
          <a:p>
            <a:pPr algn="ctr"/>
            <a:r>
              <a:rPr lang="cs-CZ" sz="3200" dirty="0">
                <a:latin typeface="+mj-lt"/>
              </a:rPr>
              <a:t>DĚKUJI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424399165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chnika">
      <a:majorFont>
        <a:latin typeface="Technika-Bold"/>
        <a:ea typeface=""/>
        <a:cs typeface=""/>
      </a:majorFont>
      <a:minorFont>
        <a:latin typeface="Technika"/>
        <a:ea typeface=""/>
        <a:cs typeface="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CZ.potx" id="{1BD4F44E-F71F-4A14-9EF9-FF6613634235}" vid="{496B007D-76DB-4922-86C8-13F7F6C54EC7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Motiv Office</Template>
  <TotalTime>7699</TotalTime>
  <Words>32</Words>
  <Application>Microsoft Macintosh PowerPoint</Application>
  <PresentationFormat>Předvádění na obrazovce (4:3)</PresentationFormat>
  <Paragraphs>14</Paragraphs>
  <Slides>10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5" baseType="lpstr">
      <vt:lpstr>Technika-Bold</vt:lpstr>
      <vt:lpstr>Arial</vt:lpstr>
      <vt:lpstr>Technika Book</vt:lpstr>
      <vt:lpstr>Calibri</vt:lpstr>
      <vt:lpstr>Motiv Office</vt:lpstr>
      <vt:lpstr>Projektování informačních systémů IOT Data Logger</vt:lpstr>
      <vt:lpstr>Use Case Diagram</vt:lpstr>
      <vt:lpstr>Class Diagram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monitoring a záznam dat z jednotky řízení spotřeby energie budovy</dc:title>
  <dc:creator>Kubec, Ondrej</dc:creator>
  <cp:lastModifiedBy>Kubec, Ondrej</cp:lastModifiedBy>
  <cp:revision>42</cp:revision>
  <dcterms:created xsi:type="dcterms:W3CDTF">2024-04-15T15:26:05Z</dcterms:created>
  <dcterms:modified xsi:type="dcterms:W3CDTF">2026-04-14T13:29:52Z</dcterms:modified>
</cp:coreProperties>
</file>